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7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A74DF-E90C-D423-4190-850A5BFA6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98969-0676-3084-194B-2C8979C32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486E55-3067-4731-69FE-E0173C48F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849BF9-E808-C333-290A-8F0DDED0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3616B-7978-24B8-472D-C9D40D9C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894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C43B6-D8AC-ECEA-7DB3-15675A14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FE9E24-2551-F514-FF5A-E7CD20334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C86A40-7E94-1163-7B47-C1521A87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52411C-C2AC-C80F-98A9-6AD0629F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F0D1DA-F6FB-B722-F68A-2B8D0317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67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FCCD3-66B1-D85C-1984-D9D02707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85355E-32DB-B5E2-C98D-2143F7D4A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9BD8AD-C2CD-E199-C95A-76848B3B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CF5681-9AD6-B456-B86F-258BC9F2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5B15D0-8F0E-4000-DE3A-1E522FF1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384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3C67A-5F90-6BCC-F6DD-0A1411B5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C5111A-4C8D-2BE3-9403-68D8264A4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5A9C77-1701-DE92-BB4B-8394E9492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CE5451-8E4A-8F27-B7FF-02A52B1F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619481-54F5-C8BB-F469-803B2254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0F1CF6-0303-A7DB-2D98-135D5462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154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85659-B3F7-BE94-2CC7-1E76463A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807810-977F-1E96-DD0C-B59D08826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A2477C-B333-B97E-8712-4B1F54BB4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89BAAF-7B4E-E7A8-EC30-BC06F3718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2F9846-67F1-A5B4-10ED-086A10F4C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679144F-2A81-B718-8F00-F5C5A13B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3DBC30-280A-4082-F03D-165C2261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1566AB-ECC7-7660-D128-E62BAB63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419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22BB4-B228-A522-8630-881C4BB17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46B6EB-0E08-994F-8BA3-C46D3E35C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D0CA9D-D2EF-C4B1-5D2F-97D21D92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1818A97-6477-3DEB-D175-AB774969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84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54B3A4-A89E-E0A2-6A11-52B44A51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EB94B0-526B-EFCA-8FF7-B6925CF2A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D54939-AC8D-0FEC-8590-A340A128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40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37516-D137-17AD-B4B3-DE52C87E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0D659C-B8AB-EA67-90C0-02384CA2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96569E-FEE9-2A44-F4D0-5E2BD14BE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1C5504-BD81-B4C9-63F1-55361D76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1885BA-5DD4-1729-24EE-80DDA3B0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56CCA2-1ECD-FE7A-EA94-94227FF2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61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37AD6-6E40-3B43-A183-3FFD866B9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1AA4FF1-5461-C190-FEC1-8504D560D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AC27AA-7AA5-8F30-C417-95F775CD7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FDDCAF-1DDE-98E4-085B-5E15D901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F19045-8181-912B-248F-FF6BFAB9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B240A6-92F5-E245-D28F-6720036F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09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33142-4832-FA80-1A03-EC44C50B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6EAC88-A20F-62E7-1AB8-404170B3E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9716A-3A5D-47CB-E588-A8DFF815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04B781-E17D-6C4E-BC5D-B2A896B6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6E025D-E122-65F7-450E-E16C734A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62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1E7683-EA4B-5000-B42E-67E6B2CF9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8C997F-997C-6D08-BF19-4D0B1F434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6C6AA7-2465-1A02-9DE4-9F152ED7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BC76F-D6EF-BDDC-1E75-E2C8B5FB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AAC393-6B5D-813F-002A-A5C70F3F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0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5B0289-475B-6A29-4987-64E82507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A127AE-99F9-D81E-DE15-5C4625859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B6E266-296A-AE55-2165-CC54FBF69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EFCD7-420A-4F4A-9E75-6A9B8D9C3ACA}" type="datetimeFigureOut">
              <a:rPr lang="es-ES" smtClean="0"/>
              <a:t>12/07/2026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19C1C4-4C7E-D3AD-340F-185A35BF3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0AA21C-7F48-442A-E588-1B3F16D23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B947C-A33A-471A-BFA7-3F4D6ADC8E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735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0C7E8-D5D9-C879-F358-126612CA1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515E7-93C6-5F4B-E2B6-80657A983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164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8D80281-C25F-2180-95CC-1BB6AB4ECE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68" t="11941" r="19394" b="14495"/>
          <a:stretch>
            <a:fillRect/>
          </a:stretch>
        </p:blipFill>
        <p:spPr>
          <a:xfrm>
            <a:off x="5097517" y="1471449"/>
            <a:ext cx="2217683" cy="378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367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ISIDRO RODRIGUEZ RUBIO</dc:creator>
  <cp:lastModifiedBy>ISIDRO RODRIGUEZ RUBIO</cp:lastModifiedBy>
  <cp:revision>1</cp:revision>
  <dcterms:created xsi:type="dcterms:W3CDTF">2026-07-12T12:17:33Z</dcterms:created>
  <dcterms:modified xsi:type="dcterms:W3CDTF">2026-07-12T12:18:26Z</dcterms:modified>
</cp:coreProperties>
</file>